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3068-bpxt669f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3286-psa46zk5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3573-x006co5i1g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3723-qceg32jbcf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4041-sv396usq36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4146-0r11lkgbhb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4551-tsgh2a79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4676-5tfwcha5kw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4890-zsapqtntz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5005-u6uxozx9f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5125-15m7uwxq0m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5225-0g20fxi22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5353-k61hku1s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5604-3dgth1xlq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5724-n4normlrm7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5867-x18wfcix8q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6209-e5yinjx62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q9/s7r0926d52d0q8j5zmtjvd7w0000gn/T/slide-1775383746503-jzw1omr99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2026-04-05T10:09:06Z</dcterms:created>
  <dcterms:modified xsi:type="dcterms:W3CDTF">2026-04-05T10:09:06Z</dcterms:modified>
</cp:coreProperties>
</file>